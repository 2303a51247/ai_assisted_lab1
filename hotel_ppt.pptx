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8" r:id="rId11"/>
    <p:sldId id="264" r:id="rId12"/>
    <p:sldId id="266" r:id="rId13"/>
    <p:sldId id="270" r:id="rId14"/>
    <p:sldId id="271" r:id="rId15"/>
    <p:sldId id="273" r:id="rId16"/>
    <p:sldId id="27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ABFmlZ5LKCCIqyTrKlvJgwxN5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48d6e37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d048d6e37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048d6e377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19eded25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d419eded2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19eded25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d419eded2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19eded25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d419eded2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19eded25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d419eded2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847542" y="1063588"/>
            <a:ext cx="9466200" cy="51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Course</a:t>
            </a:r>
            <a:r>
              <a:rPr lang="en-US" sz="3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 :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AI Assistant Coding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Instructor</a:t>
            </a:r>
            <a:r>
              <a:rPr lang="en-US" sz="3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 :</a:t>
            </a:r>
            <a:r>
              <a:rPr lang="en-US" sz="25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  <a:latin typeface="+mj-lt"/>
                <a:ea typeface="Roboto"/>
                <a:cs typeface="Roboto"/>
                <a:sym typeface="Roboto"/>
              </a:rPr>
              <a:t>Sallauddin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+mj-lt"/>
                <a:ea typeface="Roboto"/>
                <a:cs typeface="Roboto"/>
                <a:sym typeface="Roboto"/>
              </a:rPr>
              <a:t> Mohammed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Title </a:t>
            </a:r>
            <a:r>
              <a:rPr lang="en-US" sz="3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Hotel Booking System 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Team Details</a:t>
            </a:r>
            <a:r>
              <a:rPr lang="en-US" sz="27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: K. Nagasri Reddy (2303A51247)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963995" y="1212334"/>
            <a:ext cx="732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63995" y="2259359"/>
            <a:ext cx="8327484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/>
              <a:t>The Hotel Booking Application is a full-stack web application that allows users to:</a:t>
            </a:r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Browse available hotels and 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 rooms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booking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Search hotels based on location and price </a:t>
            </a:r>
          </a:p>
          <a:p>
            <a:endParaRPr lang="en-US" sz="1600" dirty="0"/>
          </a:p>
          <a:p>
            <a:r>
              <a:rPr lang="en-US" sz="1800" b="1" dirty="0"/>
              <a:t>The system also includes an Admin Panel to manage: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Hotels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Bookings</a:t>
            </a: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3"/>
          <p:cNvGrpSpPr/>
          <p:nvPr/>
        </p:nvGrpSpPr>
        <p:grpSpPr>
          <a:xfrm>
            <a:off x="2336800" y="134364"/>
            <a:ext cx="9745290" cy="677400"/>
            <a:chOff x="2336800" y="134364"/>
            <a:chExt cx="9745290" cy="677400"/>
          </a:xfrm>
        </p:grpSpPr>
        <p:sp>
          <p:nvSpPr>
            <p:cNvPr id="109" name="Google Shape;109;p3"/>
            <p:cNvSpPr txBox="1"/>
            <p:nvPr/>
          </p:nvSpPr>
          <p:spPr>
            <a:xfrm>
              <a:off x="2336800" y="134364"/>
              <a:ext cx="9745200" cy="6774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928015" y="1261559"/>
            <a:ext cx="755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: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D530D-9EB3-B02F-578C-77AEB174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381" y="1853929"/>
            <a:ext cx="111006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full-stack application using MERN stack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seamless hotel booking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secure authentication using JWT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 manage hotel and room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AI tools to speed up development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838199" y="1046500"/>
            <a:ext cx="7747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 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953729" y="1268361"/>
            <a:ext cx="8609371" cy="241873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lang="en-US" sz="1600" dirty="0"/>
          </a:p>
          <a:p>
            <a:r>
              <a:rPr lang="en-US" sz="1600" b="1" dirty="0"/>
              <a:t>Users:</a:t>
            </a:r>
            <a:r>
              <a:rPr lang="en-US" sz="1600" dirty="0"/>
              <a:t> Search and book hotels </a:t>
            </a:r>
          </a:p>
          <a:p>
            <a:r>
              <a:rPr lang="en-US" sz="1600" b="1" dirty="0"/>
              <a:t>Admin:</a:t>
            </a:r>
            <a:r>
              <a:rPr lang="en-US" sz="1600" dirty="0"/>
              <a:t> Manage hotels, rooms, bookings </a:t>
            </a:r>
          </a:p>
          <a:p>
            <a:r>
              <a:rPr lang="en-US" sz="1600" b="1" dirty="0"/>
              <a:t>Developers:</a:t>
            </a:r>
            <a:r>
              <a:rPr lang="en-US" sz="1600" dirty="0"/>
              <a:t> Maintain and update system </a:t>
            </a:r>
          </a:p>
          <a:p>
            <a:r>
              <a:rPr lang="en-US" sz="1600" b="1" dirty="0"/>
              <a:t>Business Owner:</a:t>
            </a:r>
            <a:r>
              <a:rPr lang="en-US" sz="1600" dirty="0"/>
              <a:t> Earn revenue from bookings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30" name="Google Shape;130;p4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 :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36900" y="1961900"/>
            <a:ext cx="8264100" cy="46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Frontend: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React.js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CSS (inline styling)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Backend: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Node.js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Express.js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Database: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MongoDB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Tools: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GitHub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VS Code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Authentication: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JWT (JSON Web Token)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d048d6e377_0_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g3d048d6e377_0_4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41" name="Google Shape;141;g3d048d6e377_0_4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d048d6e377_0_4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g3d048d6e377_0_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Prompts Used :</a:t>
            </a:r>
            <a:endParaRPr sz="3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d048d6e377_0_4"/>
          <p:cNvSpPr txBox="1"/>
          <p:nvPr/>
        </p:nvSpPr>
        <p:spPr>
          <a:xfrm>
            <a:off x="936900" y="2174557"/>
            <a:ext cx="7788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b="1" dirty="0"/>
              <a:t>Key Features: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 Registration &amp; Login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Hotel Search &amp; Filters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Room Availability Check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Online Booking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Booking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Admin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6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51" name="Google Shape;151;p6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FDBE16F-76C6-295B-28C6-099784D9A7A9}"/>
              </a:ext>
            </a:extLst>
          </p:cNvPr>
          <p:cNvSpPr txBox="1"/>
          <p:nvPr/>
        </p:nvSpPr>
        <p:spPr>
          <a:xfrm>
            <a:off x="1061884" y="1514168"/>
            <a:ext cx="373928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Modules: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User Module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Register/Login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Search Hotels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Book Rooms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Admin Module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Add/Edit Hotels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Manage Rooms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View Bookings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7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2C98B34-8C42-3E61-E78F-DA9722871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6" y="1031828"/>
            <a:ext cx="12017423" cy="58360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092FB6-F17C-0F7B-A54E-C3C4C054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18" y="1809135"/>
            <a:ext cx="8341845" cy="4342973"/>
          </a:xfrm>
          <a:prstGeom prst="rect">
            <a:avLst/>
          </a:prstGeom>
        </p:spPr>
      </p:pic>
      <p:pic>
        <p:nvPicPr>
          <p:cNvPr id="2" name="Google Shape;117;p5" descr="WhatsApp Image 2024-08-23 at 15.43.17">
            <a:extLst>
              <a:ext uri="{FF2B5EF4-FFF2-40B4-BE49-F238E27FC236}">
                <a16:creationId xmlns:a16="http://schemas.microsoft.com/office/drawing/2014/main" id="{FB5DD30B-6B9D-FAFD-AF6B-D0B637F0B9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59;p7">
            <a:extLst>
              <a:ext uri="{FF2B5EF4-FFF2-40B4-BE49-F238E27FC236}">
                <a16:creationId xmlns:a16="http://schemas.microsoft.com/office/drawing/2014/main" id="{2FC2347A-04FB-6579-B029-576329D10955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4" name="Google Shape;160;p7">
              <a:extLst>
                <a:ext uri="{FF2B5EF4-FFF2-40B4-BE49-F238E27FC236}">
                  <a16:creationId xmlns:a16="http://schemas.microsoft.com/office/drawing/2014/main" id="{C907462B-613B-AE90-0A80-7B76B632713E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61;p7">
              <a:extLst>
                <a:ext uri="{FF2B5EF4-FFF2-40B4-BE49-F238E27FC236}">
                  <a16:creationId xmlns:a16="http://schemas.microsoft.com/office/drawing/2014/main" id="{3557DB54-6E2C-28CE-B082-9FF2EAB0D6A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952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E77436-9EAF-EF4B-162C-D36418B63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580" y="1104287"/>
            <a:ext cx="5262014" cy="53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419eded25_0_7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g3d419eded25_0_71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69" name="Google Shape;169;g3d419eded25_0_71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d419eded25_0_71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CA28E86-1FC8-C769-201A-62C42B122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1019175"/>
            <a:ext cx="6115050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d419eded25_0_5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d419eded25_0_55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87" name="Google Shape;187;g3d419eded25_0_55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d419eded25_0_55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0127D0B-E89F-C6ED-ED87-63EB382BB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632" y="991045"/>
            <a:ext cx="9430736" cy="57325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8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8"/>
          <p:cNvGrpSpPr/>
          <p:nvPr/>
        </p:nvGrpSpPr>
        <p:grpSpPr>
          <a:xfrm>
            <a:off x="2336800" y="144196"/>
            <a:ext cx="9745291" cy="677445"/>
            <a:chOff x="2336800" y="134364"/>
            <a:chExt cx="9745291" cy="677445"/>
          </a:xfrm>
        </p:grpSpPr>
        <p:sp>
          <p:nvSpPr>
            <p:cNvPr id="220" name="Google Shape;220;p8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8"/>
          <p:cNvSpPr txBox="1"/>
          <p:nvPr/>
        </p:nvSpPr>
        <p:spPr>
          <a:xfrm>
            <a:off x="747225" y="1190500"/>
            <a:ext cx="564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Of AI Prompts 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AA433-845F-213B-FB5C-E805589E5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08" y="1818968"/>
            <a:ext cx="10473584" cy="4766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727" y="147105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0" name="Google Shape;230;p1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9614A10-9EF0-9999-BD45-698D06CC2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87" y="950476"/>
            <a:ext cx="10319426" cy="5773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d419eded25_0_90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d419eded25_0_90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48" name="Google Shape;248;g3d419eded25_0_90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d419eded25_0_90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d419eded25_0_90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419eded25_0_90"/>
          <p:cNvSpPr txBox="1"/>
          <p:nvPr/>
        </p:nvSpPr>
        <p:spPr>
          <a:xfrm>
            <a:off x="1488125" y="2406325"/>
            <a:ext cx="74088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Documentation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 (OpenAI)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Overflow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d419eded25_0_11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g3d419eded25_0_11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68" name="Google Shape;268;g3d419eded25_0_11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g3d419eded25_0_11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d419eded25_0_116"/>
          <p:cNvSpPr txBox="1"/>
          <p:nvPr/>
        </p:nvSpPr>
        <p:spPr>
          <a:xfrm>
            <a:off x="4969325" y="3358225"/>
            <a:ext cx="333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90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Nagasri reddy Korukanti</dc:creator>
  <cp:lastModifiedBy>Nagasri reddy Korukanti</cp:lastModifiedBy>
  <cp:revision>1</cp:revision>
  <dcterms:created xsi:type="dcterms:W3CDTF">2025-09-22T15:07:08Z</dcterms:created>
  <dcterms:modified xsi:type="dcterms:W3CDTF">2026-04-06T13:51:15Z</dcterms:modified>
</cp:coreProperties>
</file>